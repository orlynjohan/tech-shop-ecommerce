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46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1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74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9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93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65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93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050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909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96114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4699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87485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576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19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1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3138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1769E-A347-3AF8-80D0-77FA0D634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Proyecto Final: Sistema de Gestión </a:t>
            </a:r>
            <a:r>
              <a:rPr lang="es-MX" dirty="0" err="1"/>
              <a:t>Tech</a:t>
            </a:r>
            <a:r>
              <a:rPr lang="es-MX" dirty="0"/>
              <a:t>-Shop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11A271-1B39-CBA2-11DB-E3846704E5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Integración de Programación Orientada a Objetos y Servicios Web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7696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1EF4A-8496-33EC-1425-5437B3C9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y Criterio de Selección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B66110-11CC-4DD9-9EFF-1268E6DA0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¿</a:t>
            </a:r>
            <a:r>
              <a:rPr lang="es-EC" sz="4000" dirty="0"/>
              <a:t>Por qué este tema?</a:t>
            </a:r>
            <a:br>
              <a:rPr lang="es-EC" sz="4000" dirty="0"/>
            </a:br>
            <a:br>
              <a:rPr lang="es-EC" sz="4000" dirty="0"/>
            </a:br>
            <a:r>
              <a:rPr lang="es-MX" dirty="0"/>
              <a:t>Elegí este tema porque el comercio electrónico es el motor de la tecnología actual. El sistema permite gestionar un inventario dinámico y realizar cálculos financieros exactos, aplicando los conceptos de las 4 unidades de la materia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4355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F2770-06DB-65AD-6019-1442E364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E2AE8-679B-237B-F571-35A210DB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Arquitectura del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071E6E-099B-977A-2AA1-DBD140A2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sz="4000" dirty="0"/>
              <a:t>Clases, Encapsulamiento y Herencia</a:t>
            </a:r>
            <a:br>
              <a:rPr lang="es-EC" sz="4000" dirty="0"/>
            </a:br>
            <a:br>
              <a:rPr lang="es-EC" sz="4000" dirty="0"/>
            </a:br>
            <a:r>
              <a:rPr lang="es-MX" dirty="0"/>
              <a:t>El software utiliza </a:t>
            </a:r>
            <a:r>
              <a:rPr lang="es-MX" b="1" dirty="0"/>
              <a:t>Encapsulamiento</a:t>
            </a:r>
            <a:r>
              <a:rPr lang="es-MX" dirty="0"/>
              <a:t> para proteger el precio de los productos (atributo privado). Implementamos </a:t>
            </a:r>
            <a:r>
              <a:rPr lang="es-MX" b="1" dirty="0"/>
              <a:t>Herencia</a:t>
            </a:r>
            <a:r>
              <a:rPr lang="es-MX" dirty="0"/>
              <a:t> con la clase </a:t>
            </a:r>
            <a:r>
              <a:rPr lang="es-MX" dirty="0" err="1"/>
              <a:t>ProductoFisico</a:t>
            </a:r>
            <a:r>
              <a:rPr lang="es-MX" dirty="0"/>
              <a:t>, que extiende las capacidades de un producto base, demostrando la reutilización de código.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7542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60314-D9BF-E1CC-7CBB-611A6E1B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Lógica Funcional y Servicios Web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BB7405-D9DE-4DF4-DF81-34085A5A5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2800" dirty="0"/>
              <a:t>reduce() y Express.js</a:t>
            </a:r>
            <a:br>
              <a:rPr lang="es-EC" sz="2800" dirty="0"/>
            </a:br>
            <a:endParaRPr lang="es-EC" sz="2800" dirty="0"/>
          </a:p>
          <a:p>
            <a:pPr marL="0" indent="0">
              <a:buNone/>
            </a:pPr>
            <a:r>
              <a:rPr lang="es-MX" sz="2000" dirty="0"/>
              <a:t>Integramos la </a:t>
            </a:r>
            <a:r>
              <a:rPr lang="es-MX" sz="2000" b="1" dirty="0"/>
              <a:t>Programación Funcional</a:t>
            </a:r>
            <a:r>
              <a:rPr lang="es-MX" sz="2000" dirty="0"/>
              <a:t> mediante el método </a:t>
            </a:r>
            <a:r>
              <a:rPr lang="es-MX" sz="1400" dirty="0"/>
              <a:t>.reduce</a:t>
            </a:r>
            <a:r>
              <a:rPr lang="es-MX" sz="2000" dirty="0"/>
              <a:t> para calcular subtotales e IVA de forma inmutable. Además, el sistema expone </a:t>
            </a:r>
            <a:r>
              <a:rPr lang="es-MX" sz="2000" b="1" dirty="0"/>
              <a:t>8 servicios web</a:t>
            </a:r>
            <a:r>
              <a:rPr lang="es-MX" sz="2000" dirty="0"/>
              <a:t> que entregan datos en formato JSON, facilitando la integración con otras plataformas</a:t>
            </a:r>
            <a:endParaRPr lang="es-EC" sz="2000" dirty="0"/>
          </a:p>
        </p:txBody>
      </p:sp>
    </p:spTree>
    <p:extLst>
      <p:ext uri="{BB962C8B-B14F-4D97-AF65-F5344CB8AC3E}">
        <p14:creationId xmlns:p14="http://schemas.microsoft.com/office/powerpoint/2010/main" val="1082777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D0D30-BB9F-85A8-3059-308B05F6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Visualización del Futuro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9169D6-E579-5B87-ABA5-B2E97F3F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2800" dirty="0"/>
              <a:t>El mañana de </a:t>
            </a:r>
            <a:r>
              <a:rPr lang="es-EC" sz="2800" dirty="0" err="1"/>
              <a:t>Tech</a:t>
            </a:r>
            <a:r>
              <a:rPr lang="es-EC" sz="2800" dirty="0"/>
              <a:t>-Shop</a:t>
            </a:r>
          </a:p>
          <a:p>
            <a:endParaRPr lang="es-EC" sz="2800" dirty="0"/>
          </a:p>
          <a:p>
            <a:pPr marL="0" indent="0">
              <a:buNone/>
            </a:pPr>
            <a:r>
              <a:rPr lang="es-MX" dirty="0"/>
              <a:t>Nuestra visión del futuro para </a:t>
            </a:r>
            <a:r>
              <a:rPr lang="es-MX" dirty="0" err="1"/>
              <a:t>Tech</a:t>
            </a:r>
            <a:r>
              <a:rPr lang="es-MX" dirty="0"/>
              <a:t>-Shop incluye el </a:t>
            </a:r>
            <a:r>
              <a:rPr lang="es-MX" b="1" dirty="0"/>
              <a:t>Comercio Biométrico</a:t>
            </a:r>
            <a:r>
              <a:rPr lang="es-MX" dirty="0"/>
              <a:t>. Imaginamos un sistema donde el JSON de la transacción se vincula a la identidad digital del usuario, permitiendo compras instantáneas mediante realidad aumentada, donde el software autogestiona el stock global en tiempo real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190278169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9</TotalTime>
  <Words>218</Words>
  <Application>Microsoft Office PowerPoint</Application>
  <PresentationFormat>Panorámica</PresentationFormat>
  <Paragraphs>13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Sector</vt:lpstr>
      <vt:lpstr>Proyecto Final: Sistema de Gestión Tech-Shop</vt:lpstr>
      <vt:lpstr>Introducción y Criterio de Selección</vt:lpstr>
      <vt:lpstr>Arquitectura del Software</vt:lpstr>
      <vt:lpstr>Lógica Funcional y Servicios Web</vt:lpstr>
      <vt:lpstr>Visualización del Futuro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Anitta Perez</dc:creator>
  <cp:lastModifiedBy>Anitta Perez</cp:lastModifiedBy>
  <cp:revision>1</cp:revision>
  <dcterms:created xsi:type="dcterms:W3CDTF">2026-03-01T21:17:34Z</dcterms:created>
  <dcterms:modified xsi:type="dcterms:W3CDTF">2026-03-01T21:26:49Z</dcterms:modified>
</cp:coreProperties>
</file>